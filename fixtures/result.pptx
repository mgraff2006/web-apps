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diagrams/quickStyle1.xml" ContentType="application/vnd.openxmlformats-officedocument.drawingml.diagramStyl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presProps.xml" ContentType="application/vnd.openxmlformats-officedocument.presentationml.presProps+xml"/>
  <Override PartName="/ppt/diagrams/drawing1.xml" ContentType="application/vnd.openxmlformats-officedocument.drawingml.diagramDrawing+xml"/>
  <Override PartName="/ppt/slideLayouts/slideLayout2.xml" ContentType="application/vnd.openxmlformats-officedocument.presentationml.slideLayout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C85F7530-36A8-4DC4-8819-BFBBF098620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0"/>
      <dgm:spPr bwMode="auto"/>
    </dgm:pt>
    <dgm:pt modelId="{51D3FB33-F052-4978-98B9-99D8C7D157C8}" type="node">
      <dgm:prSet phldr="0" phldrT="[Text]"/>
      <dgm:spPr bwMode="auto"/>
      <dgm:t>
        <a:bodyPr/>
        <a:lstStyle/>
        <a:p>
          <a:pPr>
            <a:defRPr/>
          </a:pPr>
          <a:r>
            <a:rPr/>
            <a:t>Plan</a:t>
          </a:r>
          <a:endParaRPr/>
        </a:p>
      </dgm:t>
    </dgm:pt>
    <dgm:pt modelId="{8999EF96-9A11-4F27-AEEA-6F6F8B8AC44B}" type="parTrans" cxnId="{411B4FD2-4A3F-41CD-BF41-C97DB9398D2C}">
      <dgm:prSet/>
      <dgm:spPr bwMode="auto"/>
    </dgm:pt>
    <dgm:pt modelId="{2B14D0C6-FA86-4BF7-98A4-6BBC792B9BE7}" type="sibTrans" cxnId="{411B4FD2-4A3F-41CD-BF41-C97DB9398D2C}">
      <dgm:prSet/>
      <dgm:spPr bwMode="auto"/>
      <dgm:t>
        <a:bodyPr/>
        <a:lstStyle/>
        <a:p>
          <a:pPr>
            <a:defRPr/>
          </a:pPr>
          <a:endParaRPr/>
        </a:p>
      </dgm:t>
    </dgm:pt>
    <dgm:pt modelId="{DB3BC3CA-A548-4162-8898-90335B380D30}" type="node">
      <dgm:prSet phldr="0" phldrT="[Text]"/>
      <dgm:spPr bwMode="auto"/>
      <dgm:t>
        <a:bodyPr/>
        <a:lstStyle/>
        <a:p>
          <a:pPr>
            <a:defRPr/>
          </a:pPr>
          <a:r>
            <a:rPr/>
            <a:t>Build</a:t>
          </a:r>
          <a:endParaRPr/>
        </a:p>
      </dgm:t>
    </dgm:pt>
    <dgm:pt modelId="{A1D30810-8ED5-40F4-97DA-99EF287F4423}" type="parTrans" cxnId="{5C30FC92-0D90-41DF-B7D2-9E70ACE25916}">
      <dgm:prSet/>
      <dgm:spPr bwMode="auto"/>
    </dgm:pt>
    <dgm:pt modelId="{ACEDC7E4-90FD-496C-A6EC-66ABC4437296}" type="sibTrans" cxnId="{5C30FC92-0D90-41DF-B7D2-9E70ACE25916}">
      <dgm:prSet/>
      <dgm:spPr bwMode="auto"/>
      <dgm:t>
        <a:bodyPr/>
        <a:lstStyle/>
        <a:p>
          <a:pPr>
            <a:defRPr/>
          </a:pPr>
          <a:endParaRPr/>
        </a:p>
      </dgm:t>
    </dgm:pt>
    <dgm:pt modelId="{93DD27BF-731E-49EA-BA2D-1EB40A28A037}" type="node">
      <dgm:prSet phldr="0" phldrT="[Text]"/>
      <dgm:spPr bwMode="auto"/>
      <dgm:t>
        <a:bodyPr/>
        <a:lstStyle/>
        <a:p>
          <a:pPr>
            <a:defRPr/>
          </a:pPr>
          <a:r>
            <a:rPr/>
            <a:t>Review</a:t>
          </a:r>
          <a:endParaRPr/>
        </a:p>
      </dgm:t>
    </dgm:pt>
    <dgm:pt modelId="{20FC0E1C-D518-497B-A44D-C54ABE75945D}" type="parTrans" cxnId="{7EF33BF0-13DB-40A3-AC4B-5832E4C99093}">
      <dgm:prSet/>
      <dgm:spPr bwMode="auto"/>
    </dgm:pt>
    <dgm:pt modelId="{8C4DEB2D-75DD-4F00-8FF1-79F77AE12200}" type="sibTrans" cxnId="{7EF33BF0-13DB-40A3-AC4B-5832E4C99093}">
      <dgm:prSet/>
      <dgm:spPr bwMode="auto"/>
    </dgm:pt>
    <dgm:pt modelId="{B60924FE-DAAA-4A5F-AF58-A24EF10437A2}" type="pres">
      <dgm:prSet presAssocID="{C85F7530-36A8-4DC4-8819-BFBBF098620C}" presName="Name0" presStyleCnt="0">
        <dgm:presLayoutVars>
          <dgm:dir val="norm"/>
          <dgm:resizeHandles val="exact"/>
        </dgm:presLayoutVars>
      </dgm:prSet>
      <dgm:spPr bwMode="auto"/>
    </dgm:pt>
    <dgm:pt modelId="{0A3771CA-21F0-4C09-B930-53EA4C175DE7}" type="pres">
      <dgm:prSet presAssocID="{51D3FB33-F052-4978-98B9-99D8C7D157C8}" presName="node" presStyleLbl="node1" presStyleIdx="0" presStyleCnt="3">
        <dgm:presLayoutVars>
          <dgm:bulletEnabled val="1"/>
        </dgm:presLayoutVars>
      </dgm:prSet>
      <dgm:spPr bwMode="auto"/>
    </dgm:pt>
    <dgm:pt modelId="{B7BCD999-8D15-42F7-91ED-DC403B276345}" type="pres">
      <dgm:prSet presAssocID="{2B14D0C6-FA86-4BF7-98A4-6BBC792B9BE7}" presName="sibTrans" presStyleLbl="sibTrans2D1" presStyleIdx="0" presStyleCnt="2"/>
      <dgm:spPr bwMode="auto"/>
    </dgm:pt>
    <dgm:pt modelId="{847BE40B-6FBE-45F8-988B-319A5CB34674}" type="pres">
      <dgm:prSet presAssocID="{2B14D0C6-FA86-4BF7-98A4-6BBC792B9BE7}" presName="connectorText" presStyleLbl="sibTrans2D1" presStyleIdx="0" presStyleCnt="2"/>
      <dgm:spPr bwMode="auto"/>
    </dgm:pt>
    <dgm:pt modelId="{870A4F27-5A89-479D-8872-C5582CFF37F1}" type="pres">
      <dgm:prSet presAssocID="{DB3BC3CA-A548-4162-8898-90335B380D30}" presName="node" presStyleLbl="node1" presStyleIdx="1" presStyleCnt="3">
        <dgm:presLayoutVars>
          <dgm:bulletEnabled val="1"/>
        </dgm:presLayoutVars>
      </dgm:prSet>
      <dgm:spPr bwMode="auto"/>
    </dgm:pt>
    <dgm:pt modelId="{0A97B574-EFAA-4390-BE49-852F481A3F2E}" type="pres">
      <dgm:prSet presAssocID="{ACEDC7E4-90FD-496C-A6EC-66ABC4437296}" presName="sibTrans" presStyleLbl="sibTrans2D1" presStyleIdx="1" presStyleCnt="2"/>
      <dgm:spPr bwMode="auto"/>
    </dgm:pt>
    <dgm:pt modelId="{29736E39-0637-4B25-8BC0-BDD7E85A0B67}" type="pres">
      <dgm:prSet presAssocID="{ACEDC7E4-90FD-496C-A6EC-66ABC4437296}" presName="connectorText" presStyleLbl="sibTrans2D1" presStyleIdx="1" presStyleCnt="2"/>
      <dgm:spPr bwMode="auto"/>
    </dgm:pt>
    <dgm:pt modelId="{B0CAB7DB-D1EE-4349-9C29-5BF807985293}" type="pres">
      <dgm:prSet presAssocID="{93DD27BF-731E-49EA-BA2D-1EB40A28A037}" presName="node" presStyleLbl="node1" presStyleIdx="2" presStyleCnt="3">
        <dgm:presLayoutVars>
          <dgm:bulletEnabled val="1"/>
        </dgm:presLayoutVars>
      </dgm:prSet>
      <dgm:spPr bwMode="auto"/>
    </dgm:pt>
    <dgm:pt modelId="{2F571566-9EAE-B1D5-5FB7-CB64817EAFFB}" type="node">
      <dgm:prSet phldr="0"/>
      <dgm:t>
        <a:bodyPr/>
        <a:p>
          <a:pPr>
            <a:defRPr/>
          </a:pPr>
          <a:r>
            <a:rPr/>
            <a:t>Release</a:t>
          </a:r>
          <a:endParaRPr/>
        </a:p>
      </dgm:t>
    </dgm:pt>
    <dgm:pt modelId="{03DD2172-500D-FAD1-6507-427946BE5A80}" type="sibTrans">
      <dgm:prSet/>
      <dgm:t>
        <a:bodyPr/>
        <a:p>
          <a:pPr>
            <a:defRPr/>
          </a:pPr>
          <a:endParaRPr/>
        </a:p>
      </dgm:t>
    </dgm:pt>
    <dgm:pt modelId="{CD6BC398-1FE9-E536-FF52-F73EF798A3DC}" type="parTrans">
      <dgm:prSet/>
      <dgm:t>
        <a:bodyPr/>
        <a:p>
          <a:pPr>
            <a:defRPr/>
          </a:pPr>
          <a:endParaRPr/>
        </a:p>
      </dgm:t>
    </dgm:pt>
    <dgm:pt modelId="{59ED1CD2-351D-BD88-E627-D88E7E0D8D65}" type="pres">
      <dgm:prSet presName="sibTrans" presStyleLbl="node1"/>
    </dgm:pt>
    <dgm:pt modelId="{5FECF791-B698-5E08-10EA-3B931FF71C62}" type="pres">
      <dgm:prSet presName="node" presStyleLbl="node1"/>
    </dgm:pt>
    <dgm:pt modelId="{D683EFEC-1C9F-96D6-9016-DC01686DE648}" type="pres">
      <dgm:prSet presName="connectorText" presStyleLbl="node1"/>
    </dgm:pt>
  </dgm:ptLst>
  <dgm:cxnLst>
    <dgm:cxn modelId="{54C82A22-1997-41D8-BCA3-4F091EE9E466}" type="presOf" srcId="{ACEDC7E4-90FD-496C-A6EC-66ABC4437296}" destId="{29736E39-0637-4B25-8BC0-BDD7E85A0B67}" srcOrd="1" destOrd="0" presId="urn:microsoft.com/office/officeart/2005/8/layout/process1"/>
    <dgm:cxn modelId="{6D10E72A-EAAB-4B86-BE70-B6B9FD46FDA7}" type="presOf" srcId="{DB3BC3CA-A548-4162-8898-90335B380D30}" destId="{870A4F27-5A89-479D-8872-C5582CFF37F1}" srcOrd="0" destOrd="0" presId="urn:microsoft.com/office/officeart/2005/8/layout/process1"/>
    <dgm:cxn modelId="{78197D89-2CAB-42B0-B18C-3E7FA2B4EF33}" type="presOf" srcId="{ACEDC7E4-90FD-496C-A6EC-66ABC4437296}" destId="{0A97B574-EFAA-4390-BE49-852F481A3F2E}" srcOrd="0" destOrd="0" presId="urn:microsoft.com/office/officeart/2005/8/layout/process1"/>
    <dgm:cxn modelId="{1B2AD1A1-5B5F-43AE-AC48-631BBE1F2E46}" type="presOf" srcId="{2B14D0C6-FA86-4BF7-98A4-6BBC792B9BE7}" destId="{847BE40B-6FBE-45F8-988B-319A5CB34674}" srcOrd="1" destOrd="0" presId="urn:microsoft.com/office/officeart/2005/8/layout/process1"/>
    <dgm:cxn modelId="{CA1BF4C5-AAFF-4546-9C0F-1FF3C1A7FB2F}" type="presOf" srcId="{51D3FB33-F052-4978-98B9-99D8C7D157C8}" destId="{0A3771CA-21F0-4C09-B930-53EA4C175DE7}" srcOrd="0" destOrd="0" presId="urn:microsoft.com/office/officeart/2005/8/layout/process1"/>
    <dgm:cxn modelId="{15BC99EC-46C2-4A3E-BFC6-4369DE169DE3}" type="presOf" srcId="{C85F7530-36A8-4DC4-8819-BFBBF098620C}" destId="{B60924FE-DAAA-4A5F-AF58-A24EF10437A2}" srcOrd="0" destOrd="0" presId="urn:microsoft.com/office/officeart/2005/8/layout/process1"/>
    <dgm:cxn modelId="{8DC303F3-624B-4B75-93F1-A38CF2C893BE}" type="presOf" srcId="{93DD27BF-731E-49EA-BA2D-1EB40A28A037}" destId="{B0CAB7DB-D1EE-4349-9C29-5BF807985293}" srcOrd="0" destOrd="0" presId="urn:microsoft.com/office/officeart/2005/8/layout/process1"/>
    <dgm:cxn modelId="{51E270F3-2333-43D6-BB57-7C30D74D628A}" type="presOf" srcId="{2B14D0C6-FA86-4BF7-98A4-6BBC792B9BE7}" destId="{B7BCD999-8D15-42F7-91ED-DC403B276345}" srcOrd="0" destOrd="0" presId="urn:microsoft.com/office/officeart/2005/8/layout/process1"/>
    <dgm:cxn modelId="{DD2E30E7-669C-4D48-AD2C-F080DEB957B2}" type="presParOf" srcId="{B60924FE-DAAA-4A5F-AF58-A24EF10437A2}" destId="{0A3771CA-21F0-4C09-B930-53EA4C175DE7}" srcOrd="0" destOrd="0" presId="urn:microsoft.com/office/officeart/2005/8/layout/process1"/>
    <dgm:cxn modelId="{36FA289E-98FA-49D6-8C97-FB8EA0697C15}" type="presParOf" srcId="{B60924FE-DAAA-4A5F-AF58-A24EF10437A2}" destId="{B7BCD999-8D15-42F7-91ED-DC403B276345}" srcOrd="1" destOrd="0" presId="urn:microsoft.com/office/officeart/2005/8/layout/process1"/>
    <dgm:cxn modelId="{F6BC3787-EDFE-4C7E-91CE-C4788E814B9F}" type="presParOf" srcId="{B7BCD999-8D15-42F7-91ED-DC403B276345}" destId="{847BE40B-6FBE-45F8-988B-319A5CB34674}" srcOrd="0" destOrd="0" presId="urn:microsoft.com/office/officeart/2005/8/layout/process1"/>
    <dgm:cxn modelId="{DE86F949-9F89-4D46-B5A5-D2EE71AD3169}" type="presParOf" srcId="{B60924FE-DAAA-4A5F-AF58-A24EF10437A2}" destId="{870A4F27-5A89-479D-8872-C5582CFF37F1}" srcOrd="2" destOrd="0" presId="urn:microsoft.com/office/officeart/2005/8/layout/process1"/>
    <dgm:cxn modelId="{39A8138C-1DD7-4C79-87CA-2526F6F89987}" type="presParOf" srcId="{B60924FE-DAAA-4A5F-AF58-A24EF10437A2}" destId="{0A97B574-EFAA-4390-BE49-852F481A3F2E}" srcOrd="3" destOrd="0" presId="urn:microsoft.com/office/officeart/2005/8/layout/process1"/>
    <dgm:cxn modelId="{4A53531A-359D-413D-BDF3-F4D5FEBD4E21}" type="presParOf" srcId="{0A97B574-EFAA-4390-BE49-852F481A3F2E}" destId="{29736E39-0637-4B25-8BC0-BDD7E85A0B67}" srcOrd="0" destOrd="0" presId="urn:microsoft.com/office/officeart/2005/8/layout/process1"/>
    <dgm:cxn modelId="{7B04E095-556D-4C60-8D06-60D1A92C443B}" type="presParOf" srcId="{B60924FE-DAAA-4A5F-AF58-A24EF10437A2}" destId="{B0CAB7DB-D1EE-4349-9C29-5BF807985293}" srcOrd="4" destOrd="0" presId="urn:microsoft.com/office/officeart/2005/8/layout/process1"/>
    <dgm:cxn modelId="{411B4FD2-4A3F-41CD-BF41-C97DB9398D2C}" type="parOf" srcId="{C85F7530-36A8-4DC4-8819-BFBBF098620C}" destId="{51D3FB33-F052-4978-98B9-99D8C7D157C8}" srcOrd="0" destOrd="0" parTransId="{8999EF96-9A11-4F27-AEEA-6F6F8B8AC44B}" sibTransId="{2B14D0C6-FA86-4BF7-98A4-6BBC792B9BE7}"/>
    <dgm:cxn modelId="{5C30FC92-0D90-41DF-B7D2-9E70ACE25916}" type="parOf" srcId="{C85F7530-36A8-4DC4-8819-BFBBF098620C}" destId="{DB3BC3CA-A548-4162-8898-90335B380D30}" srcOrd="1" destOrd="0" parTransId="{A1D30810-8ED5-40F4-97DA-99EF287F4423}" sibTransId="{ACEDC7E4-90FD-496C-A6EC-66ABC4437296}"/>
    <dgm:cxn modelId="{7EF33BF0-13DB-40A3-AC4B-5832E4C99093}" type="parOf" srcId="{C85F7530-36A8-4DC4-8819-BFBBF098620C}" destId="{93DD27BF-731E-49EA-BA2D-1EB40A28A037}" srcOrd="2" destOrd="0" parTransId="{20FC0E1C-D518-497B-A44D-C54ABE75945D}" sibTransId="{8C4DEB2D-75DD-4F00-8FF1-79F77AE12200}"/>
    <dgm:cxn modelId="{71B83DFB-AD87-B1F1-6063-1EEE4D1D7385}" type="parOf" srcId="{C85F7530-36A8-4DC4-8819-BFBBF098620C}" destId="{2F571566-9EAE-B1D5-5FB7-CB64817EAFFB}" srcOrd="3" destOrd="0" parTransId="{CD6BC398-1FE9-E536-FF52-F73EF798A3DC}" sibTransId="{03DD2172-500D-FAD1-6507-427946BE5A80}"/>
    <dgm:cxn modelId="{09079167-DCE2-E19E-9D86-C20B88871914}" type="presParOf" srcId="{B60924FE-DAAA-4A5F-AF58-A24EF10437A2}" destId="{59ED1CD2-351D-BD88-E627-D88E7E0D8D65}" srcOrd="5" destOrd="0"/>
    <dgm:cxn modelId="{00570BBC-ACC6-3174-3CCD-CE70AF9C4F09}" type="presParOf" srcId="{B60924FE-DAAA-4A5F-AF58-A24EF10437A2}" destId="{5FECF791-B698-5E08-10EA-3B931FF71C62}" srcOrd="6" destOrd="0"/>
    <dgm:cxn modelId="{0213ECC1-EFE7-4C1D-AB50-31FBAFF78BF6}" type="presParOf" srcId="{59ED1CD2-351D-BD88-E627-D88E7E0D8D65}" destId="{D683EFEC-1C9F-96D6-9016-DC01686DE648}" srcOrd="0" destOrd="0"/>
    <dgm:cxn modelId="{DFC6001E-2F20-666A-E652-F1F4472FBA4E}" type="presOf" srcId="{8C4DEB2D-75DD-4F00-8FF1-79F77AE12200}" destId="{D683EFEC-1C9F-96D6-9016-DC01686DE648}" srcOrd="0" destOrd="0"/>
    <dgm:cxn modelId="{D54CF876-20F8-E00B-18EE-42C4752FD753}" type="presOf" srcId="{8C4DEB2D-75DD-4F00-8FF1-79F77AE12200}" destId="{59ED1CD2-351D-BD88-E627-D88E7E0D8D65}" srcOrd="0" destOrd="0"/>
    <dgm:cxn modelId="{FFB2F217-41F5-C8DF-D6D0-FD0FEB6F9D55}" type="presOf" srcId="{2F571566-9EAE-B1D5-5FB7-CB64817EAFFB}" destId="{5FECF791-B698-5E08-10EA-3B931FF71C62}" srcOrd="0" destOrd="0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620804881" name=""/>
      <dsp:cNvGrpSpPr/>
    </dsp:nvGrpSpPr>
    <dsp:grpSpPr bwMode="auto">
      <a:xfrm rot="0">
        <a:off x="0" y="0"/>
        <a:ext cx="8128000" cy="5418667"/>
        <a:chOff x="0" y="0"/>
        <a:chExt cx="8128000" cy="5418667"/>
      </a:xfrm>
    </dsp:grpSpPr>
    <dsp:sp modelId="{0A3771CA-21F0-4C09-B930-53EA4C175DE7}">
      <dsp:nvSpPr>
        <dsp:cNvPr id="0" name=""/>
        <dsp:cNvSpPr/>
      </dsp:nvSpPr>
      <dsp:spPr bwMode="auto">
        <a:xfrm rot="0" flipH="0" flipV="0">
          <a:off x="0" y="2240410"/>
          <a:ext cx="1563076" cy="937846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02869" tIns="102869" rIns="102869" bIns="102869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133"/>
            </a:spcAft>
            <a:defRPr/>
          </a:pPr>
          <a:r>
            <a:rPr sz="2700"/>
            <a:t>Plan</a:t>
          </a:r>
          <a:endParaRPr sz="2700"/>
        </a:p>
      </dsp:txBody>
      <dsp:txXfrm rot="0">
        <a:off x="27468" y="2267878"/>
        <a:ext cx="1508139" cy="882909"/>
      </dsp:txXfrm>
    </dsp:sp>
    <dsp:sp modelId="{B7BCD999-8D15-42F7-91ED-DC403B276345}">
      <dsp:nvSpPr>
        <dsp:cNvPr id="0" name=""/>
        <dsp:cNvSpPr/>
      </dsp:nvSpPr>
      <dsp:spPr bwMode="auto">
        <a:xfrm rot="0" flipH="0" flipV="0">
          <a:off x="1719384" y="2515511"/>
          <a:ext cx="331372" cy="387643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870A4F27-5A89-479D-8872-C5582CFF37F1}">
      <dsp:nvSpPr>
        <dsp:cNvPr id="0" name=""/>
        <dsp:cNvSpPr/>
      </dsp:nvSpPr>
      <dsp:spPr bwMode="auto">
        <a:xfrm rot="0" flipH="0" flipV="0">
          <a:off x="2188307" y="2240410"/>
          <a:ext cx="1563076" cy="937846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02869" tIns="102869" rIns="102869" bIns="102869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133"/>
            </a:spcAft>
            <a:defRPr/>
          </a:pPr>
          <a:r>
            <a:rPr sz="2700"/>
            <a:t>Build</a:t>
          </a:r>
          <a:endParaRPr sz="2700"/>
        </a:p>
      </dsp:txBody>
      <dsp:txXfrm rot="0">
        <a:off x="2215776" y="2267878"/>
        <a:ext cx="1508139" cy="882909"/>
      </dsp:txXfrm>
    </dsp:sp>
    <dsp:sp modelId="{0A97B574-EFAA-4390-BE49-852F481A3F2E}">
      <dsp:nvSpPr>
        <dsp:cNvPr id="0" name=""/>
        <dsp:cNvSpPr/>
      </dsp:nvSpPr>
      <dsp:spPr bwMode="auto">
        <a:xfrm rot="0" flipH="0" flipV="0">
          <a:off x="3907692" y="2515511"/>
          <a:ext cx="331372" cy="387643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0">
          <a:srgbClr val="000000"/>
        </a:lnRef>
        <a:fillRef idx="1">
          <a:schemeClr val="accent1">
            <a:tint val="60000"/>
          </a:schemeClr>
        </a:fillRef>
        <a:effectRef idx="0">
          <a:srgbClr val="000000"/>
        </a:effectRef>
        <a:fontRef idx="minor">
          <a:schemeClr val="lt1"/>
        </a:fontRef>
      </dsp:style>
    </dsp:sp>
    <dsp:sp modelId="{B0CAB7DB-D1EE-4349-9C29-5BF807985293}">
      <dsp:nvSpPr>
        <dsp:cNvPr id="0" name=""/>
        <dsp:cNvSpPr/>
      </dsp:nvSpPr>
      <dsp:spPr bwMode="auto">
        <a:xfrm rot="0" flipH="0" flipV="0">
          <a:off x="4376615" y="2240410"/>
          <a:ext cx="1563076" cy="937846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02869" tIns="102869" rIns="102869" bIns="102869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133"/>
            </a:spcAft>
            <a:defRPr/>
          </a:pPr>
          <a:r>
            <a:rPr sz="2700"/>
            <a:t>Review</a:t>
          </a:r>
          <a:endParaRPr sz="2700"/>
        </a:p>
      </dsp:txBody>
      <dsp:txXfrm rot="0">
        <a:off x="4404083" y="2267878"/>
        <a:ext cx="1508139" cy="882909"/>
      </dsp:txXfrm>
    </dsp:sp>
    <dsp:sp modelId="{59ED1CD2-351D-BD88-E627-D88E7E0D8D65}">
      <dsp:nvSpPr>
        <dsp:cNvPr id="0" name=""/>
        <dsp:cNvSpPr/>
      </dsp:nvSpPr>
      <dsp:spPr bwMode="auto">
        <a:xfrm rot="0" flipH="0" flipV="0">
          <a:off x="6096000" y="2515511"/>
          <a:ext cx="331372" cy="387643"/>
        </a:xfrm>
        <a:prstGeom prst="rightArrow">
          <a:avLst>
            <a:gd name="adj1" fmla="val 60000"/>
            <a:gd name="adj2" fmla="val 5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</dsp:sp>
    <dsp:sp modelId="{5FECF791-B698-5E08-10EA-3B931FF71C62}">
      <dsp:nvSpPr>
        <dsp:cNvPr id="0" name=""/>
        <dsp:cNvSpPr/>
      </dsp:nvSpPr>
      <dsp:spPr bwMode="auto">
        <a:xfrm rot="0" flipH="0" flipV="0">
          <a:off x="6564923" y="2240410"/>
          <a:ext cx="1563076" cy="937846"/>
        </a:xfrm>
        <a:prstGeom prst="roundRect">
          <a:avLst>
            <a:gd name="adj" fmla="val 10000"/>
          </a:avLst>
        </a:prstGeom>
        <a:ln/>
      </dsp:spPr>
      <dsp:style>
        <a:lnRef idx="2">
          <a:schemeClr val="l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dsp:style>
      <dsp:txBody>
        <a:bodyPr vertOverflow="overflow" horzOverflow="overflow" vert="horz" wrap="square" lIns="102869" tIns="102869" rIns="102869" bIns="102869" numCol="1" spcCol="0" rtlCol="0" fromWordArt="0" anchor="ctr" anchorCtr="0" forceAA="0" upright="0" compatLnSpc="0"/>
        <a:p>
          <a:pPr marL="0" indent="0" algn="ctr">
            <a:lnSpc>
              <a:spcPct val="90000"/>
            </a:lnSpc>
            <a:spcAft>
              <a:spcPts val="1133"/>
            </a:spcAft>
            <a:defRPr/>
          </a:pPr>
          <a:r>
            <a:rPr sz="2700"/>
            <a:t>Release</a:t>
          </a:r>
          <a:endParaRPr sz="2700"/>
        </a:p>
      </dsp:txBody>
      <dsp:txXfrm rot="0">
        <a:off x="6592391" y="2267878"/>
        <a:ext cx="1508139" cy="882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 type="node"/>
        <dgm:pt modelId="2" type="node"/>
      </dgm:ptLst>
      <dgm:cxnLst>
        <dgm:cxn modelId="3" type="parOf" srcId="0" destId="1" srcOrd="0" destOrd="0"/>
        <dgm:cxn modelId="4" type="parOf" srcId="0" destId="2" srcOrd="1" destOrd="0"/>
      </dgm:cxnLst>
      <dgm:bg/>
      <dgm:whole/>
    </dgm:dataModel>
  </dgm:styleData>
  <dgm:clrData>
    <dgm:dataModel>
      <dgm:ptLst>
        <dgm:pt modelId="0" type="doc"/>
        <dgm:pt modelId="1" type="node"/>
        <dgm:pt modelId="2" type="node"/>
        <dgm:pt modelId="3" type="node"/>
        <dgm:pt modelId="4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</dgm:cxnLst>
      <dgm:bg/>
      <dgm:whole/>
    </dgm:dataModel>
  </dgm:clrData>
  <dgm:layoutNode name="Name0">
    <dgm:shape rot="0.000000" type="none" r:blip="" blipPhldr="0" lkTxEntry="0" zOrderOff="0" hideGeom="0">
      <dgm:adjLst/>
    </dgm:shape>
    <dgm:presOf/>
    <dgm:constrLst>
      <dgm:constr type="w" for="ch" ptType="node" refPtType="all" refType="w" refFor="self" op="none" fact="1.000000" val="0"/>
      <dgm:constr type="h" for="ch" ptType="node" refPtType="all" refType="none" refFor="self" op="equ" fact="1.000000" val="0"/>
      <dgm:constr type="primFontSz" for="ch" ptType="node" refPtType="all" refType="none" refFor="self" op="equ" fact="1.000000" val="65"/>
      <dgm:constr type="w" for="ch" ptType="sibTrans" refPtType="node" refType="w" refFor="ch" op="equ" fact="0.400000" val="0"/>
      <dgm:constr type="h" for="ch" ptType="sibTrans" refPtType="all" refType="none" refFor="self" op="equ" fact="1.000000" val="0"/>
      <dgm:constr type="primFontSz" for="des" forName="connectorText" ptType="all" refPtType="all" refType="none" refFor="self" op="equ" fact="1.000000" val="55"/>
      <dgm:constr type="primFontSz" for="des" forName="connectorText" ptType="all" refPtType="node" refType="primFontSz" refFor="ch" op="lte" fact="0.800000" val="0"/>
    </dgm:constrLst>
    <dgm:ruleLst/>
    <dgm:varLst>
      <dgm:dir val="norm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forEach name="nodesForEach" axis="ch" ptType="node">
      <dgm:layoutNode name="node">
        <dgm:alg type="tx"/>
        <dgm:shape rot="0.000000" type="roundRect" r:blip="" blipPhldr="0" lkTxEntry="0" zOrderOff="0" hideGeom="0">
          <dgm:adjLst>
            <dgm:adj idx="1" val="0.100000"/>
          </dgm:adjLst>
        </dgm:shape>
        <dgm:presOf axis="desOrSelf" ptType="node"/>
        <dgm:constrLst>
          <dgm:constr type="h" for="self" ptType="all" refPtType="all" refType="w" refFor="self" op="none" fact="0.600000" val="0"/>
          <dgm:constr type="tMarg" for="self" ptType="all" refPtType="all" refType="primFontSz" refFor="self" op="none" fact="0.300000" val="0"/>
          <dgm:constr type="bMarg" for="self" ptType="all" refPtType="all" refType="primFontSz" refFor="self" op="none" fact="0.300000" val="0"/>
          <dgm:constr type="lMarg" for="self" ptType="all" refPtType="all" refType="primFontSz" refFor="self" op="none" fact="0.300000" val="0"/>
          <dgm:constr type="rMarg" for="self" ptType="all" refPtType="all" refType="primFontSz" refFor="self" op="none" fact="0.300000" val="0"/>
        </dgm:constrLst>
        <dgm:ruleLst>
          <dgm:rule type="primFontSz" for="self" ptType="all" val="18" fact="NaN" max="NaN"/>
          <dgm:rule type="h" for="self" ptType="all" val="NaN" fact="1.5" max="NaN"/>
          <dgm:rule type="primFontSz" for="self" ptType="all" val="5" fact="NaN" max="NaN"/>
          <dgm:rule type="h" for="self" ptType="all" val="INF" fact="NaN" max="NaN"/>
        </dgm:ruleLst>
        <dgm:varLst>
          <dgm:bulletEnabled val="1"/>
        </dgm:var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rot="0.000000" type="conn" r:blip="" blipPhldr="0" lkTxEntry="0" zOrderOff="0" hideGeom="0">
            <dgm:adjLst/>
          </dgm:shape>
          <dgm:presOf axis="self"/>
          <dgm:constrLst>
            <dgm:constr type="h" for="self" ptType="all" refPtType="all" refType="w" refFor="self" op="none" fact="0.620000" val="0"/>
            <dgm:constr type="connDist" for="self" ptType="all" refPtType="all" refType="none" refFor="self" op="none" fact="1.000000" val="0"/>
            <dgm:constr type="begPad" for="self" ptType="all" refPtType="all" refType="connDist" refFor="self" op="none" fact="0.250000" val="0"/>
            <dgm:constr type="endPad" for="self" ptType="all" refPtType="all" refType="connDist" refFor="self" op="none" fact="0.220000" val="0"/>
          </dgm:constrLst>
          <dgm:ruleLst/>
          <dgm:layoutNode name="connectorText">
            <dgm:alg type="tx">
              <dgm:param type="autoTxRot" val="grav"/>
            </dgm:alg>
            <dgm:shape rot="0.000000" type="conn" r:blip="" blipPhldr="0" lkTxEntry="0" zOrderOff="0" hideGeom="1">
              <dgm:adjLst/>
            </dgm:shape>
            <dgm:presOf axis="self"/>
            <dgm:constrLst>
              <dgm:constr type="lMarg" for="self" ptType="all" refPtType="all" refType="none" refFor="self" op="none" fact="1.000000" val="0"/>
              <dgm:constr type="rMarg" for="self" ptType="all" refPtType="all" refType="none" refFor="self" op="none" fact="1.000000" val="0"/>
              <dgm:constr type="tMarg" for="self" ptType="all" refPtType="all" refType="none" refFor="self" op="none" fact="1.000000" val="0"/>
              <dgm:constr type="bMarg" for="self" ptType="all" refPtType="all" refType="none" refFor="self" op="none" fact="1.000000" val="0"/>
            </dgm:constrLst>
            <dgm:ruleLst>
              <dgm:rule type="primFontSz" for="self" ptType="all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8433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17658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02633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0609985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8131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017112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4345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3117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9960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26233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124999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209780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2183950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45588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8042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86871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025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400806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858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7125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556343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30655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923267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469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3580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731591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20561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385706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8950062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34611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33645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737406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91342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007444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69663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0702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678061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097513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0825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50686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99930571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27136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93169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4143658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1099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77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252485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47222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462668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682543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76714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68559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19809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390959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7864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6151760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23061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9554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982629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9661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4168595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16044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8572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977824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3206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529509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95335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98512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941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55192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10/3/2026</a:t>
            </a:fld>
            <a:endParaRPr lang="en-US"/>
          </a:p>
        </p:txBody>
      </p:sp>
      <p:sp>
        <p:nvSpPr>
          <p:cNvPr id="17588159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6719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1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55814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1612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graphicFrame>
        <p:nvGraphicFramePr>
          <p:cNvPr id="2082770333" name=""/>
          <p:cNvGraphicFramePr>
            <a:graphicFrameLocks xmlns:a="http://schemas.openxmlformats.org/drawingml/2006/main"/>
          </p:cNvGraphicFramePr>
          <p:nvPr/>
        </p:nvGraphicFramePr>
        <p:xfrm rot="0">
          <a:off x="2032000" y="719666"/>
          <a:ext cx="8128000" cy="5418667"/>
          <a:chOff x="0" y="0"/>
          <a:ch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SmartArt demo</cp:lastModifiedBy>
  <cp:revision>7</cp:revision>
  <dcterms:modified xsi:type="dcterms:W3CDTF">2026-10-03T18:48:08Z</dcterms:modified>
</cp:coreProperties>
</file>