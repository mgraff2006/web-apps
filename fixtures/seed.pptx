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diagrams/quickStyle1.xml" ContentType="application/vnd.openxmlformats-officedocument.drawingml.diagramStyl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presProps.xml" ContentType="application/vnd.openxmlformats-officedocument.presentationml.presProps+xml"/>
  <Override PartName="/ppt/diagrams/drawing1.xml" ContentType="application/vnd.openxmlformats-officedocument.drawingml.diagramDrawing+xml"/>
  <Override PartName="/ppt/slideLayouts/slideLayout2.xml" ContentType="application/vnd.openxmlformats-officedocument.presentationml.slideLayout+xml"/>
  <Override PartName="/ppt/diagrams/layout1.xml" ContentType="application/vnd.openxmlformats-officedocument.drawingml.diagramLayout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C85F7530-36A8-4DC4-8819-BFBBF098620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0"/>
      <dgm:spPr bwMode="auto"/>
    </dgm:pt>
    <dgm:pt modelId="{51D3FB33-F052-4978-98B9-99D8C7D157C8}" type="node">
      <dgm:prSet phldr="0" phldrT="[Text]"/>
      <dgm:spPr bwMode="auto"/>
      <dgm:t>
        <a:bodyPr/>
        <a:lstStyle/>
        <a:p>
          <a:pPr>
            <a:defRPr/>
          </a:pPr>
          <a:r>
            <a:rPr/>
            <a:t>Plan</a:t>
          </a:r>
          <a:endParaRPr/>
        </a:p>
      </dgm:t>
    </dgm:pt>
    <dgm:pt modelId="{8999EF96-9A11-4F27-AEEA-6F6F8B8AC44B}" type="parTrans" cxnId="{411B4FD2-4A3F-41CD-BF41-C97DB9398D2C}">
      <dgm:prSet/>
      <dgm:spPr bwMode="auto"/>
    </dgm:pt>
    <dgm:pt modelId="{2B14D0C6-FA86-4BF7-98A4-6BBC792B9BE7}" type="sibTrans" cxnId="{411B4FD2-4A3F-41CD-BF41-C97DB9398D2C}">
      <dgm:prSet/>
      <dgm:spPr bwMode="auto"/>
      <dgm:t>
        <a:bodyPr/>
        <a:lstStyle/>
        <a:p>
          <a:pPr>
            <a:defRPr/>
          </a:pPr>
          <a:endParaRPr/>
        </a:p>
      </dgm:t>
    </dgm:pt>
    <dgm:pt modelId="{DB3BC3CA-A548-4162-8898-90335B380D30}" type="node">
      <dgm:prSet phldr="0" phldrT="[Text]"/>
      <dgm:spPr bwMode="auto"/>
      <dgm:t>
        <a:bodyPr/>
        <a:lstStyle/>
        <a:p>
          <a:pPr>
            <a:defRPr/>
          </a:pPr>
          <a:r>
            <a:rPr/>
            <a:t>Build</a:t>
          </a:r>
          <a:endParaRPr/>
        </a:p>
      </dgm:t>
    </dgm:pt>
    <dgm:pt modelId="{A1D30810-8ED5-40F4-97DA-99EF287F4423}" type="parTrans" cxnId="{5C30FC92-0D90-41DF-B7D2-9E70ACE25916}">
      <dgm:prSet/>
      <dgm:spPr bwMode="auto"/>
    </dgm:pt>
    <dgm:pt modelId="{ACEDC7E4-90FD-496C-A6EC-66ABC4437296}" type="sibTrans" cxnId="{5C30FC92-0D90-41DF-B7D2-9E70ACE25916}">
      <dgm:prSet/>
      <dgm:spPr bwMode="auto"/>
      <dgm:t>
        <a:bodyPr/>
        <a:lstStyle/>
        <a:p>
          <a:pPr>
            <a:defRPr/>
          </a:pPr>
          <a:endParaRPr/>
        </a:p>
      </dgm:t>
    </dgm:pt>
    <dgm:pt modelId="{93DD27BF-731E-49EA-BA2D-1EB40A28A037}" type="node">
      <dgm:prSet phldr="0" phldrT="[Text]"/>
      <dgm:spPr bwMode="auto"/>
      <dgm:t>
        <a:bodyPr/>
        <a:lstStyle/>
        <a:p>
          <a:pPr>
            <a:defRPr/>
          </a:pPr>
          <a:r>
            <a:rPr/>
            <a:t>Review</a:t>
          </a:r>
          <a:endParaRPr/>
        </a:p>
      </dgm:t>
    </dgm:pt>
    <dgm:pt modelId="{20FC0E1C-D518-497B-A44D-C54ABE75945D}" type="parTrans" cxnId="{7EF33BF0-13DB-40A3-AC4B-5832E4C99093}">
      <dgm:prSet/>
      <dgm:spPr bwMode="auto"/>
    </dgm:pt>
    <dgm:pt modelId="{8C4DEB2D-75DD-4F00-8FF1-79F77AE12200}" type="sibTrans" cxnId="{7EF33BF0-13DB-40A3-AC4B-5832E4C99093}">
      <dgm:prSet/>
      <dgm:spPr bwMode="auto"/>
    </dgm:pt>
    <dgm:pt modelId="{B60924FE-DAAA-4A5F-AF58-A24EF10437A2}" type="pres">
      <dgm:prSet presAssocID="{C85F7530-36A8-4DC4-8819-BFBBF098620C}" presName="Name0" presStyleCnt="0">
        <dgm:presLayoutVars>
          <dgm:dir val="norm"/>
          <dgm:resizeHandles val="exact"/>
        </dgm:presLayoutVars>
      </dgm:prSet>
      <dgm:spPr bwMode="auto"/>
    </dgm:pt>
    <dgm:pt modelId="{0A3771CA-21F0-4C09-B930-53EA4C175DE7}" type="pres">
      <dgm:prSet presAssocID="{51D3FB33-F052-4978-98B9-99D8C7D157C8}" presName="node" presStyleLbl="node1" presStyleIdx="0" presStyleCnt="3">
        <dgm:presLayoutVars>
          <dgm:bulletEnabled val="1"/>
        </dgm:presLayoutVars>
      </dgm:prSet>
      <dgm:spPr bwMode="auto"/>
    </dgm:pt>
    <dgm:pt modelId="{B7BCD999-8D15-42F7-91ED-DC403B276345}" type="pres">
      <dgm:prSet presAssocID="{2B14D0C6-FA86-4BF7-98A4-6BBC792B9BE7}" presName="sibTrans" presStyleLbl="sibTrans2D1" presStyleIdx="0" presStyleCnt="2"/>
      <dgm:spPr bwMode="auto"/>
    </dgm:pt>
    <dgm:pt modelId="{847BE40B-6FBE-45F8-988B-319A5CB34674}" type="pres">
      <dgm:prSet presAssocID="{2B14D0C6-FA86-4BF7-98A4-6BBC792B9BE7}" presName="connectorText" presStyleLbl="sibTrans2D1" presStyleIdx="0" presStyleCnt="2"/>
      <dgm:spPr bwMode="auto"/>
    </dgm:pt>
    <dgm:pt modelId="{870A4F27-5A89-479D-8872-C5582CFF37F1}" type="pres">
      <dgm:prSet presAssocID="{DB3BC3CA-A548-4162-8898-90335B380D30}" presName="node" presStyleLbl="node1" presStyleIdx="1" presStyleCnt="3">
        <dgm:presLayoutVars>
          <dgm:bulletEnabled val="1"/>
        </dgm:presLayoutVars>
      </dgm:prSet>
      <dgm:spPr bwMode="auto"/>
    </dgm:pt>
    <dgm:pt modelId="{0A97B574-EFAA-4390-BE49-852F481A3F2E}" type="pres">
      <dgm:prSet presAssocID="{ACEDC7E4-90FD-496C-A6EC-66ABC4437296}" presName="sibTrans" presStyleLbl="sibTrans2D1" presStyleIdx="1" presStyleCnt="2"/>
      <dgm:spPr bwMode="auto"/>
    </dgm:pt>
    <dgm:pt modelId="{29736E39-0637-4B25-8BC0-BDD7E85A0B67}" type="pres">
      <dgm:prSet presAssocID="{ACEDC7E4-90FD-496C-A6EC-66ABC4437296}" presName="connectorText" presStyleLbl="sibTrans2D1" presStyleIdx="1" presStyleCnt="2"/>
      <dgm:spPr bwMode="auto"/>
    </dgm:pt>
    <dgm:pt modelId="{B0CAB7DB-D1EE-4349-9C29-5BF807985293}" type="pres">
      <dgm:prSet presAssocID="{93DD27BF-731E-49EA-BA2D-1EB40A28A037}" presName="node" presStyleLbl="node1" presStyleIdx="2" presStyleCnt="3">
        <dgm:presLayoutVars>
          <dgm:bulletEnabled val="1"/>
        </dgm:presLayoutVars>
      </dgm:prSet>
      <dgm:spPr bwMode="auto"/>
    </dgm:pt>
  </dgm:ptLst>
  <dgm:cxnLst>
    <dgm:cxn modelId="{54C82A22-1997-41D8-BCA3-4F091EE9E466}" type="presOf" srcId="{ACEDC7E4-90FD-496C-A6EC-66ABC4437296}" destId="{29736E39-0637-4B25-8BC0-BDD7E85A0B67}" srcOrd="1" destOrd="0" presId="urn:microsoft.com/office/officeart/2005/8/layout/process1"/>
    <dgm:cxn modelId="{6D10E72A-EAAB-4B86-BE70-B6B9FD46FDA7}" type="presOf" srcId="{DB3BC3CA-A548-4162-8898-90335B380D30}" destId="{870A4F27-5A89-479D-8872-C5582CFF37F1}" srcOrd="0" destOrd="0" presId="urn:microsoft.com/office/officeart/2005/8/layout/process1"/>
    <dgm:cxn modelId="{78197D89-2CAB-42B0-B18C-3E7FA2B4EF33}" type="presOf" srcId="{ACEDC7E4-90FD-496C-A6EC-66ABC4437296}" destId="{0A97B574-EFAA-4390-BE49-852F481A3F2E}" srcOrd="0" destOrd="0" presId="urn:microsoft.com/office/officeart/2005/8/layout/process1"/>
    <dgm:cxn modelId="{1B2AD1A1-5B5F-43AE-AC48-631BBE1F2E46}" type="presOf" srcId="{2B14D0C6-FA86-4BF7-98A4-6BBC792B9BE7}" destId="{847BE40B-6FBE-45F8-988B-319A5CB34674}" srcOrd="1" destOrd="0" presId="urn:microsoft.com/office/officeart/2005/8/layout/process1"/>
    <dgm:cxn modelId="{CA1BF4C5-AAFF-4546-9C0F-1FF3C1A7FB2F}" type="presOf" srcId="{51D3FB33-F052-4978-98B9-99D8C7D157C8}" destId="{0A3771CA-21F0-4C09-B930-53EA4C175DE7}" srcOrd="0" destOrd="0" presId="urn:microsoft.com/office/officeart/2005/8/layout/process1"/>
    <dgm:cxn modelId="{15BC99EC-46C2-4A3E-BFC6-4369DE169DE3}" type="presOf" srcId="{C85F7530-36A8-4DC4-8819-BFBBF098620C}" destId="{B60924FE-DAAA-4A5F-AF58-A24EF10437A2}" srcOrd="0" destOrd="0" presId="urn:microsoft.com/office/officeart/2005/8/layout/process1"/>
    <dgm:cxn modelId="{8DC303F3-624B-4B75-93F1-A38CF2C893BE}" type="presOf" srcId="{93DD27BF-731E-49EA-BA2D-1EB40A28A037}" destId="{B0CAB7DB-D1EE-4349-9C29-5BF807985293}" srcOrd="0" destOrd="0" presId="urn:microsoft.com/office/officeart/2005/8/layout/process1"/>
    <dgm:cxn modelId="{51E270F3-2333-43D6-BB57-7C30D74D628A}" type="presOf" srcId="{2B14D0C6-FA86-4BF7-98A4-6BBC792B9BE7}" destId="{B7BCD999-8D15-42F7-91ED-DC403B276345}" srcOrd="0" destOrd="0" presId="urn:microsoft.com/office/officeart/2005/8/layout/process1"/>
    <dgm:cxn modelId="{DD2E30E7-669C-4D48-AD2C-F080DEB957B2}" type="presParOf" srcId="{B60924FE-DAAA-4A5F-AF58-A24EF10437A2}" destId="{0A3771CA-21F0-4C09-B930-53EA4C175DE7}" srcOrd="0" destOrd="0" presId="urn:microsoft.com/office/officeart/2005/8/layout/process1"/>
    <dgm:cxn modelId="{36FA289E-98FA-49D6-8C97-FB8EA0697C15}" type="presParOf" srcId="{B60924FE-DAAA-4A5F-AF58-A24EF10437A2}" destId="{B7BCD999-8D15-42F7-91ED-DC403B276345}" srcOrd="1" destOrd="0" presId="urn:microsoft.com/office/officeart/2005/8/layout/process1"/>
    <dgm:cxn modelId="{F6BC3787-EDFE-4C7E-91CE-C4788E814B9F}" type="presParOf" srcId="{B7BCD999-8D15-42F7-91ED-DC403B276345}" destId="{847BE40B-6FBE-45F8-988B-319A5CB34674}" srcOrd="0" destOrd="0" presId="urn:microsoft.com/office/officeart/2005/8/layout/process1"/>
    <dgm:cxn modelId="{DE86F949-9F89-4D46-B5A5-D2EE71AD3169}" type="presParOf" srcId="{B60924FE-DAAA-4A5F-AF58-A24EF10437A2}" destId="{870A4F27-5A89-479D-8872-C5582CFF37F1}" srcOrd="2" destOrd="0" presId="urn:microsoft.com/office/officeart/2005/8/layout/process1"/>
    <dgm:cxn modelId="{39A8138C-1DD7-4C79-87CA-2526F6F89987}" type="presParOf" srcId="{B60924FE-DAAA-4A5F-AF58-A24EF10437A2}" destId="{0A97B574-EFAA-4390-BE49-852F481A3F2E}" srcOrd="3" destOrd="0" presId="urn:microsoft.com/office/officeart/2005/8/layout/process1"/>
    <dgm:cxn modelId="{4A53531A-359D-413D-BDF3-F4D5FEBD4E21}" type="presParOf" srcId="{0A97B574-EFAA-4390-BE49-852F481A3F2E}" destId="{29736E39-0637-4B25-8BC0-BDD7E85A0B67}" srcOrd="0" destOrd="0" presId="urn:microsoft.com/office/officeart/2005/8/layout/process1"/>
    <dgm:cxn modelId="{7B04E095-556D-4C60-8D06-60D1A92C443B}" type="presParOf" srcId="{B60924FE-DAAA-4A5F-AF58-A24EF10437A2}" destId="{B0CAB7DB-D1EE-4349-9C29-5BF807985293}" srcOrd="4" destOrd="0" presId="urn:microsoft.com/office/officeart/2005/8/layout/process1"/>
    <dgm:cxn modelId="{411B4FD2-4A3F-41CD-BF41-C97DB9398D2C}" type="parOf" srcId="{C85F7530-36A8-4DC4-8819-BFBBF098620C}" destId="{51D3FB33-F052-4978-98B9-99D8C7D157C8}" srcOrd="0" destOrd="0" parTransId="{8999EF96-9A11-4F27-AEEA-6F6F8B8AC44B}" sibTransId="{2B14D0C6-FA86-4BF7-98A4-6BBC792B9BE7}"/>
    <dgm:cxn modelId="{5C30FC92-0D90-41DF-B7D2-9E70ACE25916}" type="parOf" srcId="{C85F7530-36A8-4DC4-8819-BFBBF098620C}" destId="{DB3BC3CA-A548-4162-8898-90335B380D30}" srcOrd="1" destOrd="0" parTransId="{A1D30810-8ED5-40F4-97DA-99EF287F4423}" sibTransId="{ACEDC7E4-90FD-496C-A6EC-66ABC4437296}"/>
    <dgm:cxn modelId="{7EF33BF0-13DB-40A3-AC4B-5832E4C99093}" type="parOf" srcId="{C85F7530-36A8-4DC4-8819-BFBBF098620C}" destId="{93DD27BF-731E-49EA-BA2D-1EB40A28A037}" srcOrd="2" destOrd="0" parTransId="{20FC0E1C-D518-497B-A44D-C54ABE75945D}" sibTransId="{8C4DEB2D-75DD-4F00-8FF1-79F77AE12200}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59268779" name=""/>
      <dsp:cNvGrpSpPr/>
    </dsp:nvGrpSpPr>
    <dsp:grpSpPr bwMode="auto">
      <a:xfrm>
        <a:off x="0" y="0"/>
        <a:ext cx="8128000" cy="5418667"/>
        <a:chOff x="0" y="0"/>
        <a:chExt cx="8128000" cy="5418667"/>
      </a:xfrm>
    </dsp:grpSpPr>
    <dsp:sp modelId="{0A3771CA-21F0-4C09-B930-53EA4C175DE7}">
      <dsp:nvSpPr>
        <dsp:cNvPr id="0" name=""/>
        <dsp:cNvSpPr/>
      </dsp:nvSpPr>
      <dsp:spPr bwMode="auto">
        <a:xfrm rot="0" flipH="0" flipV="0">
          <a:off x="0" y="2067649"/>
          <a:ext cx="2138947" cy="1283368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56210" tIns="156210" rIns="156210" bIns="156210" numCol="1" spcCol="0" rtlCol="0" fromWordArt="0" anchor="ctr" anchorCtr="0" forceAA="0" upright="0" compatLnSpc="0"/>
        <a:p>
          <a:pPr marL="0" indent="0" algn="ctr">
            <a:lnSpc>
              <a:spcPct val="90000"/>
            </a:lnSpc>
            <a:spcAft>
              <a:spcPts val="1721"/>
            </a:spcAft>
            <a:defRPr/>
          </a:pPr>
          <a:r>
            <a:rPr sz="4100"/>
            <a:t>Plan</a:t>
          </a:r>
          <a:endParaRPr sz="4100"/>
        </a:p>
      </dsp:txBody>
      <dsp:txXfrm rot="0">
        <a:off x="37588" y="2105237"/>
        <a:ext cx="2063770" cy="1208191"/>
      </dsp:txXfrm>
    </dsp:sp>
    <dsp:sp modelId="{B7BCD999-8D15-42F7-91ED-DC403B276345}">
      <dsp:nvSpPr>
        <dsp:cNvPr id="0" name=""/>
        <dsp:cNvSpPr/>
      </dsp:nvSpPr>
      <dsp:spPr bwMode="auto">
        <a:xfrm rot="0" flipH="0" flipV="0">
          <a:off x="2352842" y="2444104"/>
          <a:ext cx="453456" cy="530458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870A4F27-5A89-479D-8872-C5582CFF37F1}">
      <dsp:nvSpPr>
        <dsp:cNvPr id="0" name=""/>
        <dsp:cNvSpPr/>
      </dsp:nvSpPr>
      <dsp:spPr bwMode="auto">
        <a:xfrm rot="0" flipH="0" flipV="0">
          <a:off x="2994526" y="2067649"/>
          <a:ext cx="2138947" cy="1283368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56210" tIns="156210" rIns="156210" bIns="156210" numCol="1" spcCol="0" rtlCol="0" fromWordArt="0" anchor="ctr" anchorCtr="0" forceAA="0" upright="0" compatLnSpc="0"/>
        <a:p>
          <a:pPr marL="0" indent="0" algn="ctr">
            <a:lnSpc>
              <a:spcPct val="90000"/>
            </a:lnSpc>
            <a:spcAft>
              <a:spcPts val="1721"/>
            </a:spcAft>
            <a:defRPr/>
          </a:pPr>
          <a:r>
            <a:rPr sz="4100"/>
            <a:t>Build</a:t>
          </a:r>
          <a:endParaRPr sz="4100"/>
        </a:p>
      </dsp:txBody>
      <dsp:txXfrm rot="0">
        <a:off x="3032114" y="2105237"/>
        <a:ext cx="2063770" cy="1208191"/>
      </dsp:txXfrm>
    </dsp:sp>
    <dsp:sp modelId="{0A97B574-EFAA-4390-BE49-852F481A3F2E}">
      <dsp:nvSpPr>
        <dsp:cNvPr id="0" name=""/>
        <dsp:cNvSpPr/>
      </dsp:nvSpPr>
      <dsp:spPr bwMode="auto">
        <a:xfrm rot="0" flipH="0" flipV="0">
          <a:off x="5347368" y="2444104"/>
          <a:ext cx="453456" cy="530458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B0CAB7DB-D1EE-4349-9C29-5BF807985293}">
      <dsp:nvSpPr>
        <dsp:cNvPr id="0" name=""/>
        <dsp:cNvSpPr/>
      </dsp:nvSpPr>
      <dsp:spPr bwMode="auto">
        <a:xfrm rot="0" flipH="0" flipV="0">
          <a:off x="5989052" y="2067649"/>
          <a:ext cx="2138947" cy="1283368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56210" tIns="156210" rIns="156210" bIns="156210" numCol="1" spcCol="0" rtlCol="0" fromWordArt="0" anchor="ctr" anchorCtr="0" forceAA="0" upright="0" compatLnSpc="0"/>
        <a:p>
          <a:pPr marL="0" indent="0" algn="ctr">
            <a:lnSpc>
              <a:spcPct val="90000"/>
            </a:lnSpc>
            <a:spcAft>
              <a:spcPts val="1721"/>
            </a:spcAft>
            <a:defRPr/>
          </a:pPr>
          <a:r>
            <a:rPr sz="4100"/>
            <a:t>Review</a:t>
          </a:r>
          <a:endParaRPr sz="4100"/>
        </a:p>
      </dsp:txBody>
      <dsp:txXfrm rot="0">
        <a:off x="6026641" y="2105237"/>
        <a:ext cx="2063770" cy="12081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Name0">
    <dgm:shape rot="0.000000" type="none" r:blip="" blipPhldr="0" lkTxEntry="0" zOrderOff="0" hideGeom="0">
      <dgm:adjLst/>
    </dgm:shape>
    <dgm:presOf/>
    <dgm:constrLst>
      <dgm:constr type="w" for="ch" ptType="node" refPtType="all" refType="w" refFor="self" op="none" fact="1.000000" val="0"/>
      <dgm:constr type="h" for="ch" ptType="node" refPtType="all" refType="none" refFor="self" op="equ" fact="1.000000" val="0"/>
      <dgm:constr type="primFontSz" for="ch" ptType="node" refPtType="all" refType="none" refFor="self" op="equ" fact="1.000000" val="65"/>
      <dgm:constr type="w" for="ch" ptType="sibTrans" refPtType="node" refType="w" refFor="ch" op="equ" fact="0.400000" val="0"/>
      <dgm:constr type="h" for="ch" ptType="sibTrans" refPtType="all" refType="none" refFor="self" op="equ" fact="1.000000" val="0"/>
      <dgm:constr type="primFontSz" for="des" forName="connectorText" ptType="all" refPtType="all" refType="none" refFor="self" op="equ" fact="1.000000" val="55"/>
      <dgm:constr type="primFontSz" for="des" forName="connectorText" ptType="all" refPtType="node" refType="primFontSz" refFor="ch" op="lte" fact="0.800000" val="0"/>
    </dgm:constrLst>
    <dgm:ruleLst/>
    <dgm:varLst>
      <dgm:dir val="norm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forEach name="nodesForEach" axis="ch" ptType="node">
      <dgm:layoutNode name="node">
        <dgm:alg type="tx"/>
        <dgm:shape rot="0.000000" type="roundRect" r:blip="" blipPhldr="0" lkTxEntry="0" zOrderOff="0" hideGeom="0">
          <dgm:adjLst>
            <dgm:adj idx="1" val="0.100000"/>
          </dgm:adjLst>
        </dgm:shape>
        <dgm:presOf axis="desOrSelf" ptType="node"/>
        <dgm:constrLst>
          <dgm:constr type="h" for="self" ptType="all" refPtType="all" refType="w" refFor="self" op="none" fact="0.6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primFontSz" for="self" ptType="all" val="18" fact="NaN" max="NaN"/>
          <dgm:rule type="h" for="self" ptType="all" val="NaN" fact="1.5" max="NaN"/>
          <dgm:rule type="primFontSz" for="self" ptType="all" val="5" fact="NaN" max="NaN"/>
          <dgm:rule type="h" for="self" ptType="all" val="INF" fact="NaN" max="NaN"/>
        </dgm:ruleLst>
        <dgm:varLst>
          <dgm:bulletEnabled val="1"/>
        </dgm:var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rot="0.000000" type="conn" r:blip="" blipPhldr="0" lkTxEntry="0" zOrderOff="0" hideGeom="0">
            <dgm:adjLst/>
          </dgm:shape>
          <dgm:presOf axis="self"/>
          <dgm:constrLst>
            <dgm:constr type="h" for="self" ptType="all" refPtType="all" refType="w" refFor="self" op="none" fact="0.620000" val="0"/>
            <dgm:constr type="connDist" for="self" ptType="all" refPtType="all" refType="none" refFor="self" op="none" fact="1.000000" val="0"/>
            <dgm:constr type="begPad" for="self" ptType="all" refPtType="all" refType="connDist" refFor="self" op="none" fact="0.250000" val="0"/>
            <dgm:constr type="endPad" for="self" ptType="all" refPtType="all" refType="connDist" refFor="self" op="none" fact="0.220000" val="0"/>
          </dgm:constrLst>
          <dgm:ruleLst/>
          <dgm:layoutNode name="connectorText">
            <dgm:alg type="tx">
              <dgm:param type="autoTxRot" val="grav"/>
            </dgm:alg>
            <dgm:shape rot="0.000000" type="conn" r:blip="" blipPhldr="0" lkTxEntry="0" zOrderOff="0" hideGeom="1">
              <dgm:adjLst/>
            </dgm:shape>
            <dgm:presOf axis="self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3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175189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68866879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2564376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42072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290479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6991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7153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39469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06937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29360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9941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6624749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67435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4277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198232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80764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16074309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27008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13615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12373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4247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11104500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81719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6361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269924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53306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95665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14721691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59697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48616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1287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54409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7016591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75068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50417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74123985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43187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961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005071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22689576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37387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42071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99690056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781677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1943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860002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41441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752425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19416490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91752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91138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128217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451406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93669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20801301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60455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0976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258986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76994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3227556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2523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54397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513429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41711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18220143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1264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060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25107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02089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206860561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33618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1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09894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913664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graphicFrame>
        <p:nvGraphicFramePr>
          <p:cNvPr id="2095943740" name=""/>
          <p:cNvGraphicFramePr>
            <a:graphicFrameLocks xmlns:a="http://schemas.openxmlformats.org/drawingml/2006/main"/>
          </p:cNvGraphicFramePr>
          <p:nvPr/>
        </p:nvGraphicFramePr>
        <p:xfrm>
          <a:off x="2032000" y="719666"/>
          <a:ext cx="8128000" cy="5418667"/>
          <a:chOff x="0" y="0"/>
          <a:ch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SmartArt demo</cp:lastModifiedBy>
  <cp:revision>6</cp:revision>
  <dcterms:modified xsi:type="dcterms:W3CDTF">2026-10-03T18:40:22Z</dcterms:modified>
</cp:coreProperties>
</file>